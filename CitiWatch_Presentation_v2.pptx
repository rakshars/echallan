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-1371600"/>
            <a:ext cx="5029200" cy="5029200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-822960"/>
            <a:ext cx="3840480" cy="3840480"/>
          </a:xfrm>
          <a:prstGeom prst="ellipse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943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🚨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417320" y="566928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CitiWatch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417320" y="1325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E-Challan &amp; Anti-Corruption Platform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41148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488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Citizens. Enabling Officers. Fighting Corruption.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1325880" cy="384048"/>
          </a:xfrm>
          <a:prstGeom prst="roundRect">
            <a:avLst>
              <a:gd name="adj" fmla="val 28571"/>
            </a:avLst>
          </a:prstGeom>
          <a:solidFill>
            <a:srgbClr val="0891B2">
              <a:alpha val="2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88036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920240" y="2880360"/>
            <a:ext cx="1325880" cy="384048"/>
          </a:xfrm>
          <a:prstGeom prst="roundRect">
            <a:avLst>
              <a:gd name="adj" fmla="val 28571"/>
            </a:avLst>
          </a:prstGeom>
          <a:solidFill>
            <a:srgbClr val="0891B2">
              <a:alpha val="2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20240" y="288036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20440" y="2880360"/>
            <a:ext cx="1325880" cy="384048"/>
          </a:xfrm>
          <a:prstGeom prst="roundRect">
            <a:avLst>
              <a:gd name="adj" fmla="val 28571"/>
            </a:avLst>
          </a:prstGeom>
          <a:solidFill>
            <a:srgbClr val="0891B2">
              <a:alpha val="2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288036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Kit AI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0" y="2880360"/>
            <a:ext cx="1325880" cy="384048"/>
          </a:xfrm>
          <a:prstGeom prst="roundRect">
            <a:avLst>
              <a:gd name="adj" fmla="val 28571"/>
            </a:avLst>
          </a:prstGeom>
          <a:solidFill>
            <a:srgbClr val="0891B2">
              <a:alpha val="2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288036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Lokayuktha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52044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0F172A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36118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57200" y="4114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606040" y="352044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0F172A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606040" y="36118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2606040" y="4114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OCR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52044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0F172A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0" y="36118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4754880" y="4114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Tracking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903720" y="352044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0F172A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03720" y="36118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903720" y="4114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Lokayuktha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❤️ for Safer Roads &amp; Corruption-Free Karnataka  |  Flutter · Supabase · ML Kit · Lokayuktha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  The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8288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161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Manual Reporting is Slow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violations go unreported due to cumbersome paper-based or phone-call processes.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05156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2161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Evidence Trail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64592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photo/video proof, violations are dismissed; accountability is missing.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0906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Officers Overwhelmed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5204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lack real-time dashboards to triage, filter, and act on incoming reports.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292608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0" y="30906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Citizens Left Powerless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35204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people witness violations but have no streamlined channel to report them.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Our Solution — CitiWatch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2860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dual-role Flutter mobile app connecting citizens and police officers through real-time, AI-powered traffic violation management.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73736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73736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Citizen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Spots Violation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331720" y="173736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31720" y="173736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Captures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173736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89120" y="173736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 Reads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46520" y="173736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46520" y="173736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Uploads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Supabase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46520" y="320040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320040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Police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89120" y="320040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89120" y="320040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Review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Moderate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331720" y="320040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331720" y="320040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Issue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Challan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320040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74320" y="320040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Citizen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Notified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221992" y="2331720"/>
            <a:ext cx="9144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4279392" y="2331720"/>
            <a:ext cx="9144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6336792" y="2331720"/>
            <a:ext cx="9144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7406640" y="2926080"/>
            <a:ext cx="0" cy="265176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6336792" y="3794760"/>
            <a:ext cx="9144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4279392" y="3794760"/>
            <a:ext cx="9144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2221992" y="3794760"/>
            <a:ext cx="9144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2926080" cy="50886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👤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28600" y="9601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8288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21488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every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to be 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safety guardian.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08960" y="201168"/>
            <a:ext cx="57607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292608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📸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40480" y="2926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Reporting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0" y="67665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violations instantly with photo or video evidence uploads.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108960" y="1371600"/>
            <a:ext cx="57607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0" y="146304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840480" y="1463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AI (ML Kit)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40480" y="184708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scans &amp; extracts vehicle number plates. Optimized for Indian plates.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108960" y="2542032"/>
            <a:ext cx="57607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0" y="2633472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📍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840480" y="26334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GPS Tracking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40480" y="30175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exact GPS coordinates and reverse-geocodes them to a readable address.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108960" y="3712464"/>
            <a:ext cx="57607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0" y="3803904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🏆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840480" y="38039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Dashboard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40480" y="418795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report status (Pending/Approved/Rejected) with an Active Contributor hero card.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54864"/>
            <a:ext cx="2926080" cy="50886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👮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46520" y="9601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766560" y="2011680"/>
            <a:ext cx="18288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46520" y="21488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officers the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to act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and smarter.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01168"/>
            <a:ext cx="57607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292608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05840" y="2926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Center Dashboard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67665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Intelligence summary cards — Total, Pending, Approved, Rejected counts at a glance.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1371600"/>
            <a:ext cx="57607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146304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05840" y="1463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Filtering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184708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Segmented control tabs to quickly filter incident feeds by their current status.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2542032"/>
            <a:ext cx="57607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2633472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🛡️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05840" y="26334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Moderation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0175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incident data natively: location, description, evidence — all in one place.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3712464"/>
            <a:ext cx="57607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3803904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▶️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005840" y="38039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Evidence Player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18795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Expandable accordions with high-quality image review and inline video playback with scrubbing.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01168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0F172A"/>
          </a:solidFill>
          <a:ln w="12700">
            <a:solidFill>
              <a:srgbClr val="0284C7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166420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&amp; Dart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2920" y="20299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Framework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3042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mobile UI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☁️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37560" y="166420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337560" y="20299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as a Service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37560" y="23042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Realtime + Storage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00584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7220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172200" y="166420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ML Kit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172200" y="20299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AI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72200" y="23042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recognition for number plates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92608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0F172A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📍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02920" y="35844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Geolocator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02920" y="3950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Engine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42245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+ reverse geocoding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292608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0F172A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33756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337560" y="35844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337560" y="3950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337560" y="42245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Poppins &amp; Inter typefaces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35040" y="292608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0F172A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17220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✨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172200" y="35844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Animate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172200" y="3950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Micro-animations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172200" y="42245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visual transitions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Database Schema — Supabase PostgreSQL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32004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violations  (table)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481328"/>
            <a:ext cx="8412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813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37560" y="148132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uuid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0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865376"/>
            <a:ext cx="841248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86537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186537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uuid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0" y="186537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→ auth.users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249424"/>
            <a:ext cx="8412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24942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number_plate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224942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0" y="224942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by ML Kit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2633472"/>
            <a:ext cx="841248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63347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violation_types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37560" y="263347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text[]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0" y="263347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of violation tags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017520"/>
            <a:ext cx="8412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0175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location_text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37560" y="30175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0" y="30175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Reverse-geocoded address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3401568"/>
            <a:ext cx="841248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4015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latitude / longitude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37560" y="340156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precision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0" y="340156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GPS coordinates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5760" y="3785616"/>
            <a:ext cx="8412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78561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image_path / video_path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337560" y="378561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0" y="378561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Storage paths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65760" y="4169664"/>
            <a:ext cx="841248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416966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337560" y="41696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0" y="416966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'pending' | 'approved' | 'rejected'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65760" y="4553712"/>
            <a:ext cx="8412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455371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337560" y="455371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86400" y="455371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Auto-set on insert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App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92024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96012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Presentation Layer  —  Flutter UI (Poppins · Inter · flutter_animate)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764792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764792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State &amp; Logic Layer  —  Role-Based Smart Routing · Session Verification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569464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569464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/ Device Layer  —  Google ML Kit OCR · Geolocator GPS + Geocoding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374136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3374136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Backend Layer  —  Supabase PostgreSQL · Realtime Subscriptions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4178808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4178808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Storage Layer  —  Supabase Storage (Images · Videos · Media)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Key Highlights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18288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2651760" cy="54864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15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97280" y="11704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AI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1480" y="18105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Kit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1480" y="22677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needed for OCR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005840"/>
            <a:ext cx="26517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115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977640" y="11704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DB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91840" y="18105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291840" y="22677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sync across roles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80760" y="100584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1005840"/>
            <a:ext cx="2651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115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📍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858000" y="11704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+ Geocoding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172200" y="18105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172200" y="22677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auto-filled on report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297180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971800"/>
            <a:ext cx="265176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081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🔒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1097280" y="3136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Routing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11480" y="37764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11480" y="42336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Splash screen session guard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0" y="297180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0" y="2971800"/>
            <a:ext cx="265176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0" y="3081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🎨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3977640" y="3136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UI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291840" y="37764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WOW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3291840" y="42336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Micro-animations &amp; gradients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080760" y="297180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80760" y="2971800"/>
            <a:ext cx="26517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72200" y="3081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🏆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6858000" y="3136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Gamification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172200" y="37764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Card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172200" y="42336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Contributor badge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55448"/>
            <a:ext cx="2560320" cy="347472"/>
          </a:xfrm>
          <a:prstGeom prst="roundRect">
            <a:avLst>
              <a:gd name="adj" fmla="val 26316"/>
            </a:avLst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554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MODULE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Corruption Reporting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252728"/>
            <a:ext cx="27432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533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citizens to fight corruption by filing official Lokayuktha complaints — directly from their phone.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0040" y="1993392"/>
            <a:ext cx="2697480" cy="2651760"/>
          </a:xfrm>
          <a:prstGeom prst="roundRect">
            <a:avLst>
              <a:gd name="adj" fmla="val 3448"/>
            </a:avLst>
          </a:prstGeom>
          <a:solidFill>
            <a:srgbClr val="0F172A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0848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😤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Pain Point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3182112"/>
            <a:ext cx="24231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face bribery &amp; corruption but don't know how or where to formally report it.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0" y="1993392"/>
            <a:ext cx="2697480" cy="2651760"/>
          </a:xfrm>
          <a:prstGeom prst="roundRect">
            <a:avLst>
              <a:gd name="adj" fmla="val 3448"/>
            </a:avLst>
          </a:prstGeom>
          <a:solidFill>
            <a:srgbClr val="0F172A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37560" y="20848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37560" y="27432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337560" y="3182112"/>
            <a:ext cx="24231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CitiWatch integrates Lokayuktha Form 1 &amp; Form 2 directly inside the app for frictionless filing.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80760" y="1993392"/>
            <a:ext cx="2697480" cy="2651760"/>
          </a:xfrm>
          <a:prstGeom prst="roundRect">
            <a:avLst>
              <a:gd name="adj" fmla="val 3448"/>
            </a:avLst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20848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🏛️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17920" y="27432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Impact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217920" y="3182112"/>
            <a:ext cx="24231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complaint goes into a transparent, trackable system reviewed by the Lokayuktha authority.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Karnataka Lokayuktha — Know Your Rights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92608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869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1984 · Most Powerful Lokayuktha in India · Karnataka Lokayukta Act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4114800" cy="3566160"/>
          </a:xfrm>
          <a:prstGeom prst="roundRect">
            <a:avLst>
              <a:gd name="adj" fmla="val 2564"/>
            </a:avLst>
          </a:prstGeom>
          <a:solidFill>
            <a:srgbClr val="0D1B2A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463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Lokayuktha?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93852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Independent anti-corruption ombudsman body for Karnataka.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42316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Investigates corruption &amp; misconduct by public servants.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90779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Cannot be dismissed or transferred by government.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392424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Can initiate criminal prosecution without referral.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87705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Has 4 wings: Complaints · Judicial · Technical · Police.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436168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Handles thousands of cases; convicts corrupt officials.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1325880"/>
            <a:ext cx="42976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1325880"/>
            <a:ext cx="429768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4173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Form 1 — Complaint / Grievance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09160" y="182880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Filed by any citizen with a grievance or allegation against a public servant. Includes: complainant details, respondent details, nature of grievance, factual narrative, and supporting documents.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0" y="3063240"/>
            <a:ext cx="42976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3063240"/>
            <a:ext cx="429768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31546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📑  Form 2 — Affidavit / Verification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09160" y="356616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Sworn affidavit from the complainant affirming the truthfulness of allegations. Includes: personal identification details, declaration of facts, and self-attestation. Filed alongside Form 1.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Filing a Complaint — In-App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46888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869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guided, step-by-step experience — no paperwork, no office visits required.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2697480" cy="1600200"/>
          </a:xfrm>
          <a:prstGeom prst="roundRect">
            <a:avLst>
              <a:gd name="adj" fmla="val 5714"/>
            </a:avLst>
          </a:prstGeom>
          <a:solidFill>
            <a:srgbClr val="0F172A"/>
          </a:solidFill>
          <a:ln w="12700">
            <a:solidFill>
              <a:srgbClr val="0284C7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38912" y="1536192"/>
            <a:ext cx="475488" cy="475488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5361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24128" y="1554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Open CitiWatch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2084832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taps 'Report Corruption' on the home dashboard.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54680" y="1371600"/>
            <a:ext cx="2697480" cy="1600200"/>
          </a:xfrm>
          <a:prstGeom prst="roundRect">
            <a:avLst>
              <a:gd name="adj" fmla="val 5714"/>
            </a:avLst>
          </a:prstGeom>
          <a:solidFill>
            <a:srgbClr val="0F172A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19272" y="1536192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15361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04488" y="1554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Select Form Type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19272" y="2084832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Choose: Grievance (Form 1) or Allegation with Affidavit (Form 2).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0" y="1371600"/>
            <a:ext cx="2697480" cy="1600200"/>
          </a:xfrm>
          <a:prstGeom prst="roundRect">
            <a:avLst>
              <a:gd name="adj" fmla="val 5714"/>
            </a:avLst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99632" y="1536192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9632" y="15361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84848" y="1554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Fill Details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99632" y="2084832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Enter: complainant info, respondent (public servant), department, date of incident, and description.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200400"/>
            <a:ext cx="2697480" cy="1600200"/>
          </a:xfrm>
          <a:prstGeom prst="roundRect">
            <a:avLst>
              <a:gd name="adj" fmla="val 5714"/>
            </a:avLst>
          </a:prstGeom>
          <a:solidFill>
            <a:srgbClr val="0F172A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8912" y="3364992"/>
            <a:ext cx="475488" cy="47548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3649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24128" y="3383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 Attach Evidence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8912" y="3913632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photos, videos, or documents as proof (stored in Supabase Storage).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154680" y="3200400"/>
            <a:ext cx="2697480" cy="1600200"/>
          </a:xfrm>
          <a:prstGeom prst="roundRect">
            <a:avLst>
              <a:gd name="adj" fmla="val 5714"/>
            </a:avLst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19272" y="3364992"/>
            <a:ext cx="475488" cy="47548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19272" y="33649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04488" y="3383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🔏  Sign &amp; Affirm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19272" y="3913632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2 affidavit step: citizen confirms truthfulness with digital self-declaration.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035040" y="3200400"/>
            <a:ext cx="2697480" cy="1600200"/>
          </a:xfrm>
          <a:prstGeom prst="roundRect">
            <a:avLst>
              <a:gd name="adj" fmla="val 5714"/>
            </a:avLst>
          </a:prstGeom>
          <a:solidFill>
            <a:srgbClr val="0F172A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99632" y="3364992"/>
            <a:ext cx="475488" cy="47548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99632" y="33649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784848" y="3383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Submit &amp; Track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99632" y="3913632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filed to database. Citizen gets a unique complaint ID and can track status in real time.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3017520" cy="50886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👮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37160" y="10972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2103120"/>
            <a:ext cx="18288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" y="22402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Lokayuktha complaints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arrived in the same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dashboard.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3291840"/>
            <a:ext cx="2468880" cy="594360"/>
          </a:xfrm>
          <a:prstGeom prst="roundRect">
            <a:avLst>
              <a:gd name="adj" fmla="val 12308"/>
            </a:avLst>
          </a:prstGeom>
          <a:solidFill>
            <a:srgbClr val="0F172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32918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Form 1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74320" y="4041648"/>
            <a:ext cx="2468880" cy="594360"/>
          </a:xfrm>
          <a:prstGeom prst="roundRect">
            <a:avLst>
              <a:gd name="adj" fmla="val 12308"/>
            </a:avLst>
          </a:prstGeom>
          <a:solidFill>
            <a:srgbClr val="0F172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04164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📑  Form 2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200400" y="164592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Corruption Complaints — Officer Dashboard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00400" y="713232"/>
            <a:ext cx="32004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822960"/>
            <a:ext cx="56692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91840" y="86868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886200" y="87782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Dashboard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886200" y="12070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Lokayuktha complaints appear in the officer's existing command-centre feed — no separate app needed.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0" y="1664208"/>
            <a:ext cx="56692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91840" y="1709928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886200" y="17190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Form Type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886200" y="204825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Segmented tabs: 'Traffic', 'Form 1 Grievance', 'Form 2 Affidavit' — click to filter instantly.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0" y="2505456"/>
            <a:ext cx="56692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91840" y="2551176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886200" y="25603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Form Viewer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886200" y="288950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Officers can expand any complaint to read all fields, view attached evidence photos/videos.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0" y="3346704"/>
            <a:ext cx="56692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291840" y="3392424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886200" y="34015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Management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886200" y="37307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complaints as Acknowledged → Under Investigation → Resolved. Citizen sees update live.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00400" y="4187952"/>
            <a:ext cx="56692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7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291840" y="4233672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3886200" y="424281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to Lokayuktha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886200" y="45720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escalation button to forward substantiated complaints to the official Lokayuktha authority.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Lokayuktha Form Fields — Built Into the App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32004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FORM 1 — Complaint / Grievance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4114800" cy="374904"/>
          </a:xfrm>
          <a:prstGeom prst="rect">
            <a:avLst/>
          </a:prstGeom>
          <a:solidFill>
            <a:srgbClr val="0F17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08760"/>
            <a:ext cx="3840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Full name &amp; address of complainant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883664"/>
            <a:ext cx="4114800" cy="374904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83664"/>
            <a:ext cx="3840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Designation of respondent (public servant)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258568"/>
            <a:ext cx="4114800" cy="374904"/>
          </a:xfrm>
          <a:prstGeom prst="rect">
            <a:avLst/>
          </a:prstGeom>
          <a:solidFill>
            <a:srgbClr val="0F17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258568"/>
            <a:ext cx="3840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Department / Office of respondent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633472"/>
            <a:ext cx="4114800" cy="374904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633472"/>
            <a:ext cx="3840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Nature of grievance or allegation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008376"/>
            <a:ext cx="4114800" cy="374904"/>
          </a:xfrm>
          <a:prstGeom prst="rect">
            <a:avLst/>
          </a:prstGeom>
          <a:solidFill>
            <a:srgbClr val="0F17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008376"/>
            <a:ext cx="3840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Date(s) of incident(s)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383280"/>
            <a:ext cx="4114800" cy="374904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383280"/>
            <a:ext cx="3840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Detailed factual narrative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758184"/>
            <a:ext cx="4114800" cy="374904"/>
          </a:xfrm>
          <a:prstGeom prst="rect">
            <a:avLst/>
          </a:prstGeom>
          <a:solidFill>
            <a:srgbClr val="0F17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758184"/>
            <a:ext cx="3840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List of attached supporting documents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4133088"/>
            <a:ext cx="4114800" cy="374904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133088"/>
            <a:ext cx="3840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Relief / remedy sought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4507992"/>
            <a:ext cx="4114800" cy="374904"/>
          </a:xfrm>
          <a:prstGeom prst="rect">
            <a:avLst/>
          </a:prstGeom>
          <a:solidFill>
            <a:srgbClr val="0F17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507992"/>
            <a:ext cx="3840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Declaration that complaint is true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960120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960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📑  FORM 2 — Affidavit / Verification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754880" y="1508760"/>
            <a:ext cx="4114800" cy="374904"/>
          </a:xfrm>
          <a:prstGeom prst="rect">
            <a:avLst/>
          </a:prstGeom>
          <a:solidFill>
            <a:srgbClr val="180F2A"/>
          </a:solidFill>
          <a:ln w="6350">
            <a:solidFill>
              <a:srgbClr val="3B2A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1508760"/>
            <a:ext cx="3840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Full name of deponent (complainant)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1883664"/>
            <a:ext cx="4114800" cy="374904"/>
          </a:xfrm>
          <a:prstGeom prst="rect">
            <a:avLst/>
          </a:prstGeom>
          <a:solidFill>
            <a:srgbClr val="1E1235"/>
          </a:solidFill>
          <a:ln w="6350">
            <a:solidFill>
              <a:srgbClr val="3B2A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1883664"/>
            <a:ext cx="3840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Age, occupation &amp; full address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54880" y="2258568"/>
            <a:ext cx="4114800" cy="374904"/>
          </a:xfrm>
          <a:prstGeom prst="rect">
            <a:avLst/>
          </a:prstGeom>
          <a:solidFill>
            <a:srgbClr val="180F2A"/>
          </a:solidFill>
          <a:ln w="6350">
            <a:solidFill>
              <a:srgbClr val="3B2A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2258568"/>
            <a:ext cx="3840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Name of respondent public servant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54880" y="2633472"/>
            <a:ext cx="4114800" cy="374904"/>
          </a:xfrm>
          <a:prstGeom prst="rect">
            <a:avLst/>
          </a:prstGeom>
          <a:solidFill>
            <a:srgbClr val="1E1235"/>
          </a:solidFill>
          <a:ln w="6350">
            <a:solidFill>
              <a:srgbClr val="3B2A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2633472"/>
            <a:ext cx="3840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Specific allegation of corruption / bribery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54880" y="3008376"/>
            <a:ext cx="4114800" cy="374904"/>
          </a:xfrm>
          <a:prstGeom prst="rect">
            <a:avLst/>
          </a:prstGeom>
          <a:solidFill>
            <a:srgbClr val="180F2A"/>
          </a:solidFill>
          <a:ln w="6350">
            <a:solidFill>
              <a:srgbClr val="3B2A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3008376"/>
            <a:ext cx="3840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Date, time and place of incident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54880" y="3383280"/>
            <a:ext cx="4114800" cy="374904"/>
          </a:xfrm>
          <a:prstGeom prst="rect">
            <a:avLst/>
          </a:prstGeom>
          <a:solidFill>
            <a:srgbClr val="1E1235"/>
          </a:solidFill>
          <a:ln w="6350">
            <a:solidFill>
              <a:srgbClr val="3B2A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3383280"/>
            <a:ext cx="3840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Amount or nature of bribe demanded/paid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754880" y="3758184"/>
            <a:ext cx="4114800" cy="374904"/>
          </a:xfrm>
          <a:prstGeom prst="rect">
            <a:avLst/>
          </a:prstGeom>
          <a:solidFill>
            <a:srgbClr val="180F2A"/>
          </a:solidFill>
          <a:ln w="6350">
            <a:solidFill>
              <a:srgbClr val="3B2A6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3758184"/>
            <a:ext cx="3840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Names of any witnesses present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54880" y="4133088"/>
            <a:ext cx="4114800" cy="374904"/>
          </a:xfrm>
          <a:prstGeom prst="rect">
            <a:avLst/>
          </a:prstGeom>
          <a:solidFill>
            <a:srgbClr val="1E1235"/>
          </a:solidFill>
          <a:ln w="6350">
            <a:solidFill>
              <a:srgbClr val="3B2A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4133088"/>
            <a:ext cx="3840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Statement of facts under oath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754880" y="4507992"/>
            <a:ext cx="4114800" cy="374904"/>
          </a:xfrm>
          <a:prstGeom prst="rect">
            <a:avLst/>
          </a:prstGeom>
          <a:solidFill>
            <a:srgbClr val="180F2A"/>
          </a:solidFill>
          <a:ln w="6350">
            <a:solidFill>
              <a:srgbClr val="3B2A6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92040" y="4507992"/>
            <a:ext cx="3840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Self-attestation: 'True to my knowledge'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Database — Corruption Complaints Table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347472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lokayuktha_complaints  (table)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481328"/>
            <a:ext cx="8412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8132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154680" y="14813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uuid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0" y="148132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key, auto-generated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810512"/>
            <a:ext cx="841248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81051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154680" y="181051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uuid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0" y="181051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→ auth.users (citizen who filed)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139696"/>
            <a:ext cx="8412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13969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form_type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154680" y="21396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0" y="213969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'form_1' | 'form_2'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468880"/>
            <a:ext cx="841248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46888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complainant_name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154680" y="246888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0" y="246888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 of citizen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2798064"/>
            <a:ext cx="8412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79806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respondent_name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154680" y="279806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0" y="279806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of accused public servant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3127248"/>
            <a:ext cx="841248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12724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respondent_dept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154680" y="31272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0" y="312724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/ government office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3456432"/>
            <a:ext cx="8412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45643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incident_date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154680" y="345643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029200" y="345643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the incident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3785616"/>
            <a:ext cx="841248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78561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154680" y="37856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029200" y="378561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factual narrative / allegation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4114800"/>
            <a:ext cx="8412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411480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evidence_paths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154680" y="41148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text[]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029200" y="411480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of Supabase Storage file paths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5760" y="4443984"/>
            <a:ext cx="841248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444398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154680" y="44439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029200" y="444398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'pending' | 'acknowledged' | 'investigating' | 'resolved'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65760" y="4773168"/>
            <a:ext cx="8412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477316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3154680" y="47731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029200" y="477316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Auto-set on submission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Why This Feature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286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869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CitiWatch doesn't just report traffic violations — it becomes a shield for every citizen against corruption.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44752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0F172A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58191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No Office Visits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011680"/>
            <a:ext cx="24231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no longer need to travel to the Lokayuktha head office in Bengaluru or district offices. File from anywhere.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54680" y="1444752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58191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Faster Filing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2011680"/>
            <a:ext cx="24231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took days of form-hunting, printing, and submission now takes minutes inside the app.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444752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0F172A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158191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Full Transparency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72200" y="2011680"/>
            <a:ext cx="24231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complaint gets a unique ID. Citizens track real-time status: Pending → Investigating → Resolved.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136392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0F172A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1480" y="327355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 Evidence First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3703320"/>
            <a:ext cx="24231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video, and document attachments make complaints stronger and harder to dismiss.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154680" y="3136392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0F172A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91840" y="327355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Accountability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91840" y="3703320"/>
            <a:ext cx="24231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servants know citizens now have a powerful, accessible tool to report corruption.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35040" y="3136392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72200" y="327355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Civic Empowerment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72200" y="3703320"/>
            <a:ext cx="24231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the gap between citizens and institutions — making democratic accountability a daily reality.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4572000" cy="4572000"/>
          </a:xfrm>
          <a:prstGeom prst="ellipse">
            <a:avLst/>
          </a:prstGeom>
          <a:solidFill>
            <a:srgbClr val="0891B2">
              <a:alpha val="8000"/>
            </a:srgbClr>
          </a:solidFill>
          <a:ln w="12700">
            <a:solidFill>
              <a:srgbClr val="0891B2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520440" y="45720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000000"/>
                </a:solidFill>
              </a:rPr>
              <a:t>🚨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914400" y="1627632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3200400" y="2487168"/>
            <a:ext cx="27432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63347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CitiWatch — E-Challan &amp; Anti-Corruption Mobile Platform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12724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Violations · Corruption Reporting · Lokayuktha Forms · Built with ❤️ for Karnataka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0" y="3749040"/>
            <a:ext cx="4572000" cy="658368"/>
          </a:xfrm>
          <a:prstGeom prst="roundRect">
            <a:avLst>
              <a:gd name="adj" fmla="val 16667"/>
            </a:avLst>
          </a:prstGeom>
          <a:solidFill>
            <a:srgbClr val="0891B2">
              <a:alpha val="2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374904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github.com/Rakshars/echallan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❤️ for Safer Roads &amp; Corruption-Free Karnataka  |  Flutter · Supabase · ML Kit · Lokayuktha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CitiWatch – E-Challan &amp; Anti-Corruption Platform</dc:title>
  <dc:subject>PptxGenJS Presentation</dc:subject>
  <dc:creator>PptxGenJS</dc:creator>
  <cp:lastModifiedBy>PptxGenJS</cp:lastModifiedBy>
  <cp:revision>1</cp:revision>
  <dcterms:created xsi:type="dcterms:W3CDTF">2026-06-09T09:50:00Z</dcterms:created>
  <dcterms:modified xsi:type="dcterms:W3CDTF">2026-06-09T09:50:00Z</dcterms:modified>
</cp:coreProperties>
</file>